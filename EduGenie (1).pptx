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730A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Education with Google Gemini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Learning Assistant Powered by Generative 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 •  EduGenie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learners struggle in today's classrooms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teaching moves at a fixed pace, ignoring individual learning speeds and styles.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Support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4290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can't get instant help outside class hours when doubts actually arise.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Learning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4290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textbooks and slides don't adapt or respond to how a student is actually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3730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 is an AI-powered learning assistant built on Google's Gemini models. It understands each student's questions, learning pace, and goals — then responds with personalized explanations, practice, and guidance, available anytime.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3858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personalized doubt-solving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44531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each learner's pace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516636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50474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passive content into active practice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47548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606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generative AI for reasoning, language, and personalized responses.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3657600"/>
            <a:ext cx="4754880" cy="2286000"/>
          </a:xfrm>
          <a:prstGeom prst="roundRect">
            <a:avLst>
              <a:gd name="adj" fmla="val 4800"/>
            </a:avLst>
          </a:prstGeom>
          <a:solidFill>
            <a:srgbClr val="EC48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3886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2976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quality, personalized learning accessible to every student, anytime, anywhere.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EduGenie an effective learning partner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Doubt Solving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natural language and get clear, step-by-step explanations instantly.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Paths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content adapts in real time to a student's strengths, gaps, and pace.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Summaries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long chapters, notes, and articles into concise, easy-to-revise summaries.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Quizzes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quizzes and practice questions to reinforce every topic covered.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21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Text Support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by typing or speaking, making learning more natural and accessible.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21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what's mastered and what needs more attention,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query to personalized guidance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Asks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types or speaks a question, topic, or doubt into EduGenie.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Understands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interprets intent, context, and the student's learning level.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explanation, summary, or practice set is created instantly.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6118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logs the interaction and refines future guidance accordingly.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Support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Anytime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C48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0" y="1554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Student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554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Content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Pace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EEF0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00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instant, judgment-free help and study at their own pace.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800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 on repetitive doubts and focus on deeper mentoring.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800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learning outcomes and engagement at scale.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 — learning that understands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2026-09-24T09:25:27Z</dcterms:created>
  <dcterms:modified xsi:type="dcterms:W3CDTF">2026-09-24T09:25:27Z</dcterms:modified>
</cp:coreProperties>
</file>